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232B"/>
                </a:solidFill>
                <a:latin typeface="Arial"/>
              </a:rPr>
              <a:t>Average ARPU: Churned vs. Retained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ARPU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1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Churned customers</c:v>
                  </c:pt>
                  <c:pt idx="1">
                    <c:v>Retained customers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34.57</c:v>
                </c:pt>
                <c:pt idx="1">
                  <c:v>34.97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172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70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30"/>
        </c:scaling>
        <c:delete val="0"/>
        <c:axPos val="l"/>
        <c:majorGridlines>
          <c:spPr>
            <a:ln w="12700" cap="flat">
              <a:solidFill>
                <a:srgbClr val="E1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70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3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232B"/>
                </a:solidFill>
                <a:latin typeface="Arial"/>
              </a:rPr>
              <a:t>Share of Total Churn by Tenure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C39A"/>
              </a:solidFill>
              <a:effectLst/>
            </c:spPr>
          </c:dPt>
          <c:dPt>
            <c:idx val="1"/>
            <c:bubble3D val="0"/>
            <c:spPr>
              <a:solidFill>
                <a:srgbClr val="C7D6D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First 6 months</c:v>
                </c:pt>
                <c:pt idx="1">
                  <c:v>After 6 months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0.284</c:v>
                </c:pt>
                <c:pt idx="1">
                  <c:v>0.716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670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206240" cy="420624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846320"/>
            <a:ext cx="2926080" cy="2926080"/>
          </a:xfrm>
          <a:prstGeom prst="ellipse">
            <a:avLst/>
          </a:prstGeom>
          <a:ln w="19050">
            <a:solidFill>
              <a:srgbClr val="21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486400"/>
            <a:ext cx="1645920" cy="1645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ANALYTICS PORTFOLIO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Losing Customers?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Diagnosis &amp; Retention Strategy for a B2B Project Management SaaS Company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11480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Rahim Ali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Customer Churn Prediction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Diagnosing churn for a B2B SaaS business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customer churn for a B2B project-management SaaS company, pairing root-cause diagnosis with a data-driven retention strategy. It runs on a synthetic dataset of 10,000 customer records across a twelve-table PostgreSQL schema, used for both data modeling and diagnostic querying.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headline findings anchor the whole analysis — and together they reframe the core question: this business's churn looks experience-driven, not price-driven.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35240" y="19202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2860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7249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tables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1546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35935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023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4622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diagnostic querying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846320"/>
            <a:ext cx="3703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50017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· dim_date · dim_complaint_theme · fact_usage_monthly · fact_engagement_monthly · fact_customer_monthly_snapshot · + 4 more fact tables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that reframe 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6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10.21%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every finding is measured against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6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churn happens in the first 6 months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160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concentrated early, not evenly spread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6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03920" y="22860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$34.57 vs $34.97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337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churned vs. retained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160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— price is not the differentiator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1201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churn in this business is experience-driven, not price-driven.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OBJECTIVES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spanning diagnosis and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root causes of churn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assumption (“customers leave because of price”) to evidence, using the ARPU-parity finding to rule out price as the driver.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645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and prioritize churn risk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24028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systematic way to identify which active customers are most likely to churn and how much revenue is at stake.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233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critical early-tenure window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61772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what breaks down during onboarding and early engagement, and define concrete intervention points.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4069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07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0233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 into a retention strategy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61772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prioritized recommendations, playbooks, and resource allocation guidance with revenue impact.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OBJECTIVES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objective maps to a specific analytics lane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5212080"/>
                <a:gridCol w="365760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categories drawn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the root causes of 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+ Diagnostic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and prioritize churn risk across the active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 + Predictive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Pinpoint the critical early-tenure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+ Risk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 insight into retention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Prescriptive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PRODUCT-DRIVEN BUSINESS QUESTIONS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arc from “what” to “what now”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587752" y="3520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8064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834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3375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happening?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3520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47488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30368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2834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33375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exposure?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520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96912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792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2834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79792" y="33375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336024" y="3520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46336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29216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834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33756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business questions across all five categories drive every SQL query in this project — from churn trend lines to prescribed intervention thresholds.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ANALYSIS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questions, answered with production-style PostgreSQL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LAG, moving averages, RANK, NTILE — measure churn movement and rank risk/revenue concentration.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84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logic for churn, risk, prediction, and complaints — modular, auditable, easy to validate.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984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44144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CASE logic to quantify churned-vs-retained differences and isolate candidate drivers.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330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lifecycle logic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9028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bands and months-before-churn sequencing to locate early-life risk windows.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1330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Revenue-at-risk modeling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59028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recurring revenue and high-risk MRR — prioritizes by commercial exposure, not likelihood alone.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1330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prescription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590288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bins vs. baseline churn, turned into rule-based, repeatable early-warning actions.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ANALYSIS — DIAGNOSTIC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churn a pricing problem? The data says no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852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2940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$34.57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$34.97 — a gap of just 40 cents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0175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and retained customers spend almost identically. If price were the driver, we'd expect churned customers to cluster at lower ARPU — they don't.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29400" y="434340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43434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prioritize experience, onboarding, and service quality over broad discounting as the default retention lever.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ANALYSIS — DIAGNOSTIC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concentrated in the first six months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852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22960" y="18288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629400" y="1965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28.40%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606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churn happens within a customer's first six months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383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onboarding and early product adoption a high-value, time-boxed intervention window — not just the start of a generic lifecycle.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29400" y="448056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44805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build 30/60/90/180-day health checkpoints as a dedicated early-lifecycle program.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PREDICTIVE ANALYTICS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“why” to “where” and “what's next”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21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Where is the exposure?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behavioral risk score built from engagement, support, and payment signals.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NTILE-based risk deciles show whether exposure is broad or concentrated in a few clusters.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MRR and 30/60/90/180-day tenure windows quantify how much revenue sits in the danger zone.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at risk = 90-day churn probability × ARPU, ranked at the account level.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21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— What's likely next?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74320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fact_churn_predictions outputs analyzed: 30/60/90-day probabilities and risk tiers.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probability ranked against composite behavioral risk to test alignment.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historical monthly churn projects the next 1–2 quarters under current trends (scenario, not causal forecast).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combined with account economics — rank by expected revenue at risk, not likelihood alone.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adds up to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29768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2336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is material, but not primarily a pricing 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10.21% overall churn; ARPU $34.57 churned vs. $34.97 retained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 experience, adoption, and service quality before broad discounting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lifecycle is disproportionately exposed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28.40% of churn occurs within the first 6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and early adoption are high-value intervention 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translates into financial exposure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MRR and expected revenue-at-risk calculated per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capacity can be allocated by commercial impact, not just likelihood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can be operationalized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Thresholds, playbooks, and account ranking are explicitly defined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becomes a repeatable workflow, not one-off 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how we build and support the product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373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ARPU means product experience deserves more attention than price as the default churn explanation.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7373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six months should be a dedicated lifecycle stage with health checkpoints, not a footnote.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546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should be watched as a trajectory — sustained decline is more actionable than one low score.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24612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1546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are both a service signal and product-friction intelligence; route them to CS and product discovery.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7200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 needs context — when it follows declining engagement, billing fixes alone won't solve retention.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663440"/>
            <a:ext cx="384048" cy="384048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57200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prioritization should combine likelihood, behavioral severity, and account economics.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horizons of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66160" cy="502920"/>
          </a:xfrm>
          <a:prstGeom prst="rect">
            <a:avLst/>
          </a:prstGeom>
          <a:solidFill>
            <a:srgbClr val="21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first-six-month health journey with 30/60/90/180-day checkpoints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alerts for low engagement, elevated support activity, and high predictive risk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 Success outreach by expected revenue at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783080"/>
            <a:ext cx="35661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complaint-theme playbooks where volume and churn lift justify it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 and feature-adoption walkthroughs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recurring support themes into the product backlog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83080"/>
            <a:ext cx="3566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and validate predictive risk models against live outcomes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pricing/discount interventions experimentally — not as the default response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action plan, by time horizon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21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5328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+ Customer Success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25496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first-six-month health monitoring; define checkpoint ownership.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22192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14800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high-risk queue ranked by expected revenue at risk; escalate critical accounts.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111496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+ Billing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404104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service recovery and billing resolution for at-risk accounts.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24414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98848" y="25328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2825496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high-lift complaint themes and convert recurring issues into fixes.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297680" y="373075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98848" y="3822192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Product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4114800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lifecycle-based onboarding and re-engagement journeys.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046720" y="178308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1783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46720" y="24414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9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47888" y="2532888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Product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2825496"/>
            <a:ext cx="320954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calibration and threshold stability; refresh rules with live outcomes.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Customers? — Churn Diagnosis &amp; Retention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PROJECT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Digital Product Analytics approach to SaaS churn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trusted analytical foundation through behavior profiling, risk quantification, predictive signal evaluation, and operational retention action — the throughline is that this churn pattern looks like an experience-led retention problem, not a pricing problem.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42B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850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10.21%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35204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42B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36850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28.40%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343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within first 6 months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35204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42B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36850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$0.40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gap, churned vs. retained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7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dataset is synthetic, these findings are a portfolio and methodology demonstration — in production, thresholds and impact would be validated continuously against live outcomes.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989320"/>
            <a:ext cx="21945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Rahim Ali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2026-09-07T08:33:15Z</dcterms:created>
  <dcterms:modified xsi:type="dcterms:W3CDTF">2026-09-07T08:33:15Z</dcterms:modified>
</cp:coreProperties>
</file>